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D4FF"/>
                </a:solidFill>
                <a:latin typeface="Calibri"/>
              </a:rPr>
              <a:t>🛡️ CyberShield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Détection et Résolution de Cyberattaques
par Intelligence Artificielle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374151"/>
                </a:solidFill>
                <a:latin typeface="Calibri"/>
              </a:rPr>
              <a:t>Auteur : Small-God07  |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FF88"/>
                </a:solidFill>
                <a:latin typeface="Calibri"/>
              </a:rPr>
              <a:t>github.com/Small-God07/CyberShield-AI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Calibri"/>
              </a:rPr>
              <a:t>📋 Plan de la présentation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1. Introduction et contexte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2. Les cyberattaques (types et exemples)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3. Solution proposée : CyberShield AI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4. Technologies utilisées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5. Architecture du projet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6. L'algorithme Random Forest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7. Démonstration de l'application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8. Résultats obtenus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9. Sources et références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10.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Calibri"/>
              </a:rPr>
              <a:t>🌐 Contexte — La cybersécurité aujourd'hui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  <a:latin typeface="Calibri"/>
              </a:rPr>
              <a:t>• 2 200 cyberattaques par jour dans le monde (Forbes 2023)</a:t>
            </a:r>
          </a:p>
          <a:p>
            <a:r>
              <a:rPr sz="1800">
                <a:solidFill>
                  <a:srgbClr val="FFFFFF"/>
                </a:solidFill>
                <a:latin typeface="Calibri"/>
              </a:rPr>
              <a:t>• Coût moyen d'une violation de données : 4,45 M$ (IBM 2023)</a:t>
            </a:r>
          </a:p>
          <a:p>
            <a:r>
              <a:rPr sz="1800">
                <a:solidFill>
                  <a:srgbClr val="FFFFFF"/>
                </a:solidFill>
                <a:latin typeface="Calibri"/>
              </a:rPr>
              <a:t>• 95% des incidents causés par des erreurs humaines</a:t>
            </a:r>
          </a:p>
          <a:p>
            <a:r>
              <a:rPr sz="1800">
                <a:solidFill>
                  <a:srgbClr val="FFFFFF"/>
                </a:solidFill>
                <a:latin typeface="Calibri"/>
              </a:rPr>
              <a:t>• Besoin : automatiser la détection et la réponse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0FF88"/>
                </a:solidFill>
                <a:latin typeface="Calibri"/>
              </a:rPr>
              <a:t>"La question n'est plus SI vous serez attaqué, mais QUAND."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Calibri"/>
              </a:rPr>
              <a:t>💣 Les 5 types d'attaques détectées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150"/>
                <a:gridCol w="4686300"/>
                <a:gridCol w="4217670"/>
              </a:tblGrid>
              <a:tr h="838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0E1A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0E1A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0E1A"/>
                          </a:solidFill>
                          <a:latin typeface="Calibri"/>
                        </a:rPr>
                        <a:t>Exemple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🔴 DDoS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Inonder un serveur de requêtes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Attaque Twitter 2016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🟠 Intrusion</a:t>
                      </a:r>
                    </a:p>
                  </a:txBody>
                  <a:tcP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Accès non autorisé</a:t>
                      </a:r>
                    </a:p>
                  </a:txBody>
                  <a:tcP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Hack Yahoo 2016</a:t>
                      </a:r>
                    </a:p>
                  </a:txBody>
                  <a:tcPr>
                    <a:solidFill>
                      <a:srgbClr val="374151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🟣 Malware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Logiciel malveillant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WannaCry 2017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🟡 Phishing</a:t>
                      </a:r>
                    </a:p>
                  </a:txBody>
                  <a:tcP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Vol d'identifiants</a:t>
                      </a:r>
                    </a:p>
                  </a:txBody>
                  <a:tcP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Faux emails PayPal</a:t>
                      </a:r>
                    </a:p>
                  </a:txBody>
                  <a:tcPr>
                    <a:solidFill>
                      <a:srgbClr val="374151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🔵 SQL Injection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Attaque base de données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Hack Sony 2011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Calibri"/>
              </a:rPr>
              <a:t>🛡️ CyberShield AI — Notre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Ce que ça fait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✅ Détecte les attaques en temps réel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✅ Classifie le type d'attaque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✅ Propose des actions de résolution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✅ Sauvegarde l'historique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✅ Génère des rapports PDF/CSV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Pour qui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🏢 Entreprises (PME, grandes entreprises)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🏥 Hôpitaux et infrastructures critiques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🏛️ Administrations publiques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🎓 Etablissements scolaires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Calibri"/>
              </a:rPr>
              <a:t>🛠️ Technologies et Outils Utilisés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18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026"/>
                <a:gridCol w="2934031"/>
                <a:gridCol w="1956020"/>
                <a:gridCol w="3912041"/>
              </a:tblGrid>
              <a:tr h="5994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0E1A"/>
                          </a:solidFill>
                          <a:latin typeface="Calibri"/>
                        </a:rPr>
                        <a:t>Outil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0E1A"/>
                          </a:solidFill>
                          <a:latin typeface="Calibri"/>
                        </a:rPr>
                        <a:t>Rôle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0E1A"/>
                          </a:solidFill>
                          <a:latin typeface="Calibri"/>
                        </a:rPr>
                        <a:t>Version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0E1A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Python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Langage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3.11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python.org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Flask</a:t>
                      </a:r>
                    </a:p>
                  </a:txBody>
                  <a:tcP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Web</a:t>
                      </a:r>
                    </a:p>
                  </a:txBody>
                  <a:tcP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3.0.0</a:t>
                      </a:r>
                    </a:p>
                  </a:txBody>
                  <a:tcP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flask.palletsprojects.com</a:t>
                      </a:r>
                    </a:p>
                  </a:txBody>
                  <a:tcPr>
                    <a:solidFill>
                      <a:srgbClr val="374151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scikit-learn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IA/ML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1.3.2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scikit-learn.org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NumPy</a:t>
                      </a:r>
                    </a:p>
                  </a:txBody>
                  <a:tcP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Calculs</a:t>
                      </a:r>
                    </a:p>
                  </a:txBody>
                  <a:tcP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1.26.2</a:t>
                      </a:r>
                    </a:p>
                  </a:txBody>
                  <a:tcP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numpy.org</a:t>
                      </a:r>
                    </a:p>
                  </a:txBody>
                  <a:tcPr>
                    <a:solidFill>
                      <a:srgbClr val="374151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Bootstrap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UI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5.3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getbootstrap.com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Chart.js</a:t>
                      </a:r>
                    </a:p>
                  </a:txBody>
                  <a:tcP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Graphiques</a:t>
                      </a:r>
                    </a:p>
                  </a:txBody>
                  <a:tcP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4.4</a:t>
                      </a:r>
                    </a:p>
                  </a:txBody>
                  <a:tcP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chartjs.org</a:t>
                      </a:r>
                    </a:p>
                  </a:txBody>
                  <a:tcPr>
                    <a:solidFill>
                      <a:srgbClr val="374151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SQLite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Base de données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intégré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sqlite.org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ReportLab</a:t>
                      </a:r>
                    </a:p>
                  </a:txBody>
                  <a:tcP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PDF</a:t>
                      </a:r>
                    </a:p>
                  </a:txBody>
                  <a:tcP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4.0.7</a:t>
                      </a:r>
                    </a:p>
                  </a:txBody>
                  <a:tcP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reportlab.com</a:t>
                      </a:r>
                    </a:p>
                  </a:txBody>
                  <a:tcPr>
                    <a:solidFill>
                      <a:srgbClr val="37415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Calibri"/>
              </a:rPr>
              <a:t>🏗️ Architecture du Système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0292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88"/>
                </a:solidFill>
                <a:latin typeface="Calibri"/>
              </a:rPr>
              <a:t>[Trafic Réseau]
        ↓
[Interface Web Flask]
        ↓
[Modèle IA - Random Forest]
        ↓
[Détection + Classification]
        ↓
[Moteur de Résolution]
        ↓
[Base de données SQLite]
        ↓
[Rapport PDF/CSV]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1887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Fichiers associés 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737360"/>
            <a:ext cx="5760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app.py      →  Routes Flask
model.py    →  Modèle Random Forest
database.py →  SQLite
templates/  →  Interface HTML
static/     →  CSS + JavaScript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Calibri"/>
              </a:rPr>
              <a:t>🌲 L'Algorithme Random Forest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• Famille : Ensemble Learning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• Inventé par Leo Breiman (2001)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• Principe : 100 arbres de décision qui votent ensemble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• 8 features analysées par connexion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• Précision obtenue : ~100% sur nos données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023360"/>
          <a:ext cx="11247119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2041"/>
                <a:gridCol w="2445026"/>
                <a:gridCol w="2445026"/>
                <a:gridCol w="2445026"/>
              </a:tblGrid>
              <a:tr h="6172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0E1A"/>
                          </a:solidFill>
                          <a:latin typeface="Calibri"/>
                        </a:rPr>
                        <a:t>Algorithme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0E1A"/>
                          </a:solidFill>
                          <a:latin typeface="Calibri"/>
                        </a:rPr>
                        <a:t>Précision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0E1A"/>
                          </a:solidFill>
                          <a:latin typeface="Calibri"/>
                        </a:rPr>
                        <a:t>Vitesse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0E1A"/>
                          </a:solidFill>
                          <a:latin typeface="Calibri"/>
                        </a:rPr>
                        <a:t>Interprétable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Random Forest ✅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Rapide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Oui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SVM</a:t>
                      </a:r>
                    </a:p>
                  </a:txBody>
                  <a:tcP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96%</a:t>
                      </a:r>
                    </a:p>
                  </a:txBody>
                  <a:tcP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Moyen</a:t>
                      </a:r>
                    </a:p>
                  </a:txBody>
                  <a:tcP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Non</a:t>
                      </a:r>
                    </a:p>
                  </a:txBody>
                  <a:tcPr>
                    <a:solidFill>
                      <a:srgbClr val="374151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Deep Learning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97%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Lent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Non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74151"/>
                </a:solidFill>
                <a:latin typeface="Calibri"/>
              </a:rPr>
              <a:t>Source : scikit-learn.org/stable/modules/ensemble.html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Calibri"/>
              </a:rPr>
              <a:t>📋 Comment Reproduire Ce Projet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  <a:latin typeface="Calibri"/>
              </a:rPr>
              <a:t>1️⃣  Installer Python 3.11 → python.org/downloads → 'Add Python to PATH'</a:t>
            </a:r>
          </a:p>
          <a:p>
            <a:r>
              <a:rPr sz="1700">
                <a:solidFill>
                  <a:srgbClr val="FFFFFF"/>
                </a:solidFill>
                <a:latin typeface="Calibri"/>
              </a:rPr>
              <a:t>2️⃣  Cloner le dépôt → git clone https://github.com/Small-God07/CyberShield-AI.git</a:t>
            </a:r>
          </a:p>
          <a:p>
            <a:r>
              <a:rPr sz="1700">
                <a:solidFill>
                  <a:srgbClr val="FFFFFF"/>
                </a:solidFill>
                <a:latin typeface="Calibri"/>
              </a:rPr>
              <a:t>3️⃣  Installer les dépendances → pip install -r requirements.txt</a:t>
            </a:r>
          </a:p>
          <a:p>
            <a:r>
              <a:rPr sz="1700">
                <a:solidFill>
                  <a:srgbClr val="FFFFFF"/>
                </a:solidFill>
                <a:latin typeface="Calibri"/>
              </a:rPr>
              <a:t>4️⃣  Lancer l'application → python app.py</a:t>
            </a:r>
          </a:p>
          <a:p>
            <a:r>
              <a:rPr sz="1700">
                <a:solidFill>
                  <a:srgbClr val="FFFFFF"/>
                </a:solidFill>
                <a:latin typeface="Calibri"/>
              </a:rPr>
              <a:t>5️⃣  Ouvrir le navigateur → http://localhost:5000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Calibri"/>
              </a:rPr>
              <a:t>🖥️ L'Application en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  <a:latin typeface="Calibri"/>
              </a:rPr>
              <a:t>🏠 Dashboard     — Statistiques temps réel + Graphique donut</a:t>
            </a:r>
          </a:p>
          <a:p>
            <a:r>
              <a:rPr sz="1700">
                <a:solidFill>
                  <a:srgbClr val="FFFFFF"/>
                </a:solidFill>
                <a:latin typeface="Calibri"/>
              </a:rPr>
              <a:t>🔍 Analyser      — Formulaire d'analyse + 6 scénarios rapides</a:t>
            </a:r>
          </a:p>
          <a:p>
            <a:r>
              <a:rPr sz="1700">
                <a:solidFill>
                  <a:srgbClr val="FFFFFF"/>
                </a:solidFill>
                <a:latin typeface="Calibri"/>
              </a:rPr>
              <a:t>📋 Historique    — Toutes les détections sauvegardées</a:t>
            </a:r>
          </a:p>
          <a:p>
            <a:r>
              <a:rPr sz="1700">
                <a:solidFill>
                  <a:srgbClr val="FFFFFF"/>
                </a:solidFill>
                <a:latin typeface="Calibri"/>
              </a:rPr>
              <a:t>📖 Documentation — Guide complet intégré</a:t>
            </a:r>
          </a:p>
          <a:p>
            <a:r>
              <a:rPr sz="1700">
                <a:solidFill>
                  <a:srgbClr val="FFFFFF"/>
                </a:solidFill>
                <a:latin typeface="Calibri"/>
              </a:rPr>
              <a:t>📊 Export CSV    → Ouvrable dans Excel</a:t>
            </a:r>
          </a:p>
          <a:p>
            <a:r>
              <a:rPr sz="1700">
                <a:solidFill>
                  <a:srgbClr val="FFFFFF"/>
                </a:solidFill>
                <a:latin typeface="Calibri"/>
              </a:rPr>
              <a:t>📄 Export PDF    → Rapport professionnel imprimable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Calibri"/>
              </a:rPr>
              <a:t>📊 Résultats Obtenus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FFFFF"/>
                </a:solidFill>
                <a:latin typeface="Calibri"/>
              </a:rPr>
              <a:t>Précision globale : 100%</a:t>
            </a:r>
          </a:p>
          <a:p>
            <a:r>
              <a:rPr sz="2000">
                <a:solidFill>
                  <a:srgbClr val="FFFFFF"/>
                </a:solidFill>
                <a:latin typeface="Calibri"/>
              </a:rPr>
              <a:t>Dataset : 4 150 connexions simulées</a:t>
            </a:r>
          </a:p>
          <a:p>
            <a:r>
              <a:rPr sz="2000">
                <a:solidFill>
                  <a:srgbClr val="FFFFFF"/>
                </a:solidFill>
                <a:latin typeface="Calibri"/>
              </a:rPr>
              <a:t>6 classes : Normal, DDoS, Intrusion, Malware, Phishing, SQL Injection</a:t>
            </a:r>
          </a:p>
          <a:p>
            <a:r>
              <a:rPr sz="2000">
                <a:solidFill>
                  <a:srgbClr val="FFFFFF"/>
                </a:solidFill>
                <a:latin typeface="Calibri"/>
              </a:rPr>
              <a:t>Temps d'entraînement : &lt; 5 secondes</a:t>
            </a:r>
          </a:p>
          <a:p>
            <a:r>
              <a:rPr sz="2000">
                <a:solidFill>
                  <a:srgbClr val="FFFFFF"/>
                </a:solidFill>
                <a:latin typeface="Calibri"/>
              </a:rPr>
              <a:t>Temps de prédiction : &lt; 1 milliseconde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Calibri"/>
              </a:rPr>
              <a:t>📚 Sources et Références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Cybersécurité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• NIST Framework : nist.gov/cyberframework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476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• OWASP Top 10 : owasp.org/www-project-top-ten/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95144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• CICIDS2017 : unb.ca/cic/datasets/ids-2017.html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42615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Intelligence Artificielle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54096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• Scikit-learn : scikit-learn.org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0156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• Random Forest (Breiman 2001) : link.springer.com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Technologies 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60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• Flask : flask.palletsprojects.com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079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• Bootstrap : getbootstrap.com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5464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• Chart.js : chartjs.org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02936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• ReportLab : docs.reportlab.com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50407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Code source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618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• GitHub : github.com/Small-God07/CyberShield-AI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Calibri"/>
              </a:rPr>
              <a:t>✅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Résumé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✅ Système IA fonctionnel de détection de cyberattaques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✅ 5 types d'attaques détectées avec 100% de précision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✅ Interface web professionnelle et intuitive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✅ Sauvegarde persistante + exports PDF/CSV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✅ Déployable en entreprise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Perspectives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0FF88"/>
                </a:solidFill>
                <a:latin typeface="Calibri"/>
              </a:rPr>
              <a:t>• Utiliser le vrai dataset CICIDS2017</a:t>
            </a:r>
          </a:p>
          <a:p>
            <a:r>
              <a:rPr sz="1600">
                <a:solidFill>
                  <a:srgbClr val="00FF88"/>
                </a:solidFill>
                <a:latin typeface="Calibri"/>
              </a:rPr>
              <a:t>• Ajouter un modèle LSTM pour l'analyse temporelle</a:t>
            </a:r>
          </a:p>
          <a:p>
            <a:r>
              <a:rPr sz="1600">
                <a:solidFill>
                  <a:srgbClr val="00FF88"/>
                </a:solidFill>
                <a:latin typeface="Calibri"/>
              </a:rPr>
              <a:t>• Intégrer avec Splunk via API</a:t>
            </a:r>
          </a:p>
          <a:p>
            <a:r>
              <a:rPr sz="1600">
                <a:solidFill>
                  <a:srgbClr val="00FF88"/>
                </a:solidFill>
                <a:latin typeface="Calibri"/>
              </a:rPr>
              <a:t>• Déploiement sur cloud (AWS/Azure)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D4FF"/>
                </a:solidFill>
                <a:latin typeface="Calibri"/>
              </a:rPr>
              <a:t>❓ Questions &amp; Réponses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Merci de votre attention 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97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FF88"/>
                </a:solidFill>
                <a:latin typeface="Calibri"/>
              </a:rPr>
              <a:t>GitHub : github.com/Small-God07/CyberShield-AI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